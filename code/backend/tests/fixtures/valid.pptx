
<file path=[Content_Types].xml><?xml version="1.0" encoding="utf-8"?>
<Types xmlns="x"/>
</file>

<file path=ppt/presentation.xml><?xml version="1.0" encoding="utf-8"?>
<presentation/>
</file>

<file path=ppt/slides/slide1.xml><?xml version="1.0" encoding="utf-8"?>
<sld/>
</file>

<file path=ppt/slides/slide2.xml><?xml version="1.0" encoding="utf-8"?>
<sld/>
</file>

<file path=ppt/slides/slide3.xml><?xml version="1.0" encoding="utf-8"?>
<sld/>
</file>